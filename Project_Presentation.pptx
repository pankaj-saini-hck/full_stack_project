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702" r:id="rId2"/>
    <p:sldMasterId id="2147483686" r:id="rId3"/>
  </p:sldMasterIdLst>
  <p:notesMasterIdLst>
    <p:notesMasterId r:id="rId18"/>
  </p:notesMasterIdLst>
  <p:handoutMasterIdLst>
    <p:handoutMasterId r:id="rId19"/>
  </p:handoutMasterIdLst>
  <p:sldIdLst>
    <p:sldId id="277" r:id="rId4"/>
    <p:sldId id="408" r:id="rId5"/>
    <p:sldId id="409" r:id="rId6"/>
    <p:sldId id="410" r:id="rId7"/>
    <p:sldId id="411" r:id="rId8"/>
    <p:sldId id="412" r:id="rId9"/>
    <p:sldId id="413" r:id="rId10"/>
    <p:sldId id="414" r:id="rId11"/>
    <p:sldId id="415" r:id="rId12"/>
    <p:sldId id="416" r:id="rId13"/>
    <p:sldId id="417" r:id="rId14"/>
    <p:sldId id="418" r:id="rId15"/>
    <p:sldId id="419" r:id="rId16"/>
    <p:sldId id="42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8137"/>
    <a:srgbClr val="BC8F00"/>
    <a:srgbClr val="860000"/>
    <a:srgbClr val="00B0F0"/>
    <a:srgbClr val="1B3F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074" autoAdjust="0"/>
    <p:restoredTop sz="94660" autoAdjust="0"/>
  </p:normalViewPr>
  <p:slideViewPr>
    <p:cSldViewPr snapToGrid="0">
      <p:cViewPr varScale="1">
        <p:scale>
          <a:sx n="78" d="100"/>
          <a:sy n="78" d="100"/>
        </p:scale>
        <p:origin x="1104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7" d="100"/>
          <a:sy n="67" d="100"/>
        </p:scale>
        <p:origin x="-3168" y="-77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DA8E9-9948-4BC7-A1DE-415AE6D34228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5F544-A886-482E-AF73-1D6364AAC6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9196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4AE53-78AB-4E30-A376-70F5FA87A326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32FBC-CC67-4B17-8935-02F23E3364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558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83537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02043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09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159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1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378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2276872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 userDrawn="1"/>
        </p:nvSpPr>
        <p:spPr>
          <a:xfrm rot="10800000">
            <a:off x="158339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 userDrawn="1"/>
        </p:nvSpPr>
        <p:spPr>
          <a:xfrm rot="10800000">
            <a:off x="446371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 userDrawn="1"/>
        </p:nvSpPr>
        <p:spPr>
          <a:xfrm rot="10800000">
            <a:off x="734403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 userDrawn="1"/>
        </p:nvSpPr>
        <p:spPr>
          <a:xfrm rot="10800000">
            <a:off x="10224348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721753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231904" y="2276872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200522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57474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759519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835944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230215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67" y="2276873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04153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26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251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40683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465714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472011" y="1508786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1978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 cstate="print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5" cstate="print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544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</p:sldLayoutIdLst>
  <p:hf hdr="0" ftr="0" dt="0"/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react.dev/" TargetMode="External"/><Relationship Id="rId2" Type="http://schemas.openxmlformats.org/officeDocument/2006/relationships/hyperlink" Target="https://nodejs.org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openwall.com/john/" TargetMode="External"/><Relationship Id="rId4" Type="http://schemas.openxmlformats.org/officeDocument/2006/relationships/hyperlink" Target="https://hashcat.net/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-4421" y="6053794"/>
            <a:ext cx="12196420" cy="4391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02197" y="5901985"/>
            <a:ext cx="4571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Slide Number Placeholder 2"/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9506857" y="5939880"/>
            <a:ext cx="1291772" cy="1157606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37" name="Right Triangle 36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H="1">
            <a:off x="7045437" y="-64960"/>
            <a:ext cx="5146562" cy="5852440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698031" y="1476029"/>
            <a:ext cx="6829425" cy="2797237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2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Submitted in the partial fulfillment for the award of the degree of</a:t>
            </a:r>
          </a:p>
          <a:p>
            <a:pPr algn="ctr">
              <a:lnSpc>
                <a:spcPct val="150000"/>
              </a:lnSpc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BACHELOR OF ENGINEERING </a:t>
            </a: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n-US" sz="2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</a:t>
            </a:r>
          </a:p>
          <a:p>
            <a:pPr algn="ctr">
              <a:lnSpc>
                <a:spcPct val="150000"/>
              </a:lnSpc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 Science and Engineering</a:t>
            </a:r>
          </a:p>
          <a:p>
            <a:pPr algn="ctr">
              <a:lnSpc>
                <a:spcPct val="150000"/>
              </a:lnSpc>
            </a:pPr>
            <a:r>
              <a:rPr lang="en-US" sz="2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specialization in </a:t>
            </a:r>
          </a:p>
          <a:p>
            <a:pPr algn="ctr">
              <a:lnSpc>
                <a:spcPct val="150000"/>
              </a:lnSpc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Cyber Security</a:t>
            </a:r>
          </a:p>
        </p:txBody>
      </p:sp>
      <p:sp>
        <p:nvSpPr>
          <p:cNvPr id="43" name="Right Triangle 42"/>
          <p:cNvSpPr/>
          <p:nvPr/>
        </p:nvSpPr>
        <p:spPr>
          <a:xfrm rot="10800000" flipV="1">
            <a:off x="9829797" y="5333999"/>
            <a:ext cx="2366623" cy="160020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881359" y="6019560"/>
            <a:ext cx="492860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20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12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600" b="1" dirty="0">
              <a:latin typeface="Casper" panose="02000506000000020004" pitchFamily="2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885780" y="6043646"/>
            <a:ext cx="45719" cy="3706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>
            <a:spLocks noChangeArrowheads="1"/>
          </p:cNvSpPr>
          <p:nvPr/>
        </p:nvSpPr>
        <p:spPr bwMode="auto">
          <a:xfrm>
            <a:off x="443345" y="6014156"/>
            <a:ext cx="5882609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Department of AIT-CSE</a:t>
            </a:r>
            <a:endParaRPr lang="en-US" sz="16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1657138" y="443068"/>
            <a:ext cx="8477097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CYBERPUNK CTF FORENSIC &amp; SECURITY TOOLKIT</a:t>
            </a: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856200" y="4713444"/>
            <a:ext cx="337143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Pankaj 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University Roll No: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24BCY70020</a:t>
            </a: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681250" y="4725655"/>
            <a:ext cx="307026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Supervision of: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Abhishek Thakur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6502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What is Digital Forensics: The process of uncovering and interpreting electronic data.</a:t>
            </a:r>
            <a:endParaRPr lang="en-US" dirty="0"/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• Mission: Elevating forensic efficiency through immersive UX.</a:t>
            </a:r>
            <a:endParaRPr lang="en-US" dirty="0"/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• Target: CTF players, security professionals, and academic researchers.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Formulation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CLI Fragmentation: Over 20+ specialized tools operating in isolation.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Data Leakage: Risks associated with manual handling of sensitive wordlists and extracted data.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Cognitive Fatigue: Lack of visual hierarchy in standard security terminal outputs.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1. Unified Interface: Centralizing 15+ industry-standard CLI tools.</a:t>
            </a:r>
            <a:endParaRPr lang="en-US" dirty="0"/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2. Real-time Feedback: Streaming tool outputs directly to the portal.</a:t>
            </a:r>
            <a:endParaRPr lang="en-US" dirty="0"/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3. Persistence: Ensuring an audit trail for every investigation session.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dirty="0"/>
              <a:t>4. Aesthetic Engagement: Using Cyberpunk UI to enhance task focus.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Methodology: Four-Tier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View: React.js SPA with modular forensic components.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Middleware: Express server managing file streams and process spawning.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Engine: Node.js Child Process module for native tool calls.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Persistence: SQLite database for results and metadata.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Result: Command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Picture 3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Result: Steganography Lab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Picture 3" descr="ste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Result: Forensic Cracker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Picture 3" descr="h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Result: Web Reconnaissance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Picture 3" descr="we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Result: Audit Trail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</p:txBody>
      </p:sp>
      <p:pic>
        <p:nvPicPr>
          <p:cNvPr id="4" name="Picture 3" descr="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Successfully integrated fragmented CLI tools into a cohesive portal.</a:t>
            </a:r>
            <a:endParaRPr lang="en-US" dirty="0"/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• Achieved 100% observability of forensic results via SQLite logging.</a:t>
            </a:r>
            <a:endParaRPr lang="en-US" dirty="0"/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• Unified Cyberpunk UI significantly improved user immersion.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Distributed cracking using Cloud infrastructure.</a:t>
            </a:r>
            <a:endParaRPr lang="en-US" dirty="0"/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• Enhanced AI-driven forensics for anomaly detection.</a:t>
            </a:r>
            <a:endParaRPr lang="en-US" dirty="0"/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• Real-time multi-agent collaborative investigation rooms.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Node.js Official Documentation (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https://nodejs.org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React.js Design Guidelines (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https://react.dev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Hashcat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Tool Suite (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https://hashcat.net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John the Ripper (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https://www.openwall.com/john/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CB54A7-BD46-4E04-9F51-D29326DFE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CFB204-A2CD-943D-7F5E-7F85DD7F1E71}"/>
              </a:ext>
            </a:extLst>
          </p:cNvPr>
          <p:cNvSpPr txBox="1"/>
          <p:nvPr/>
        </p:nvSpPr>
        <p:spPr>
          <a:xfrm>
            <a:off x="1455175" y="1802805"/>
            <a:ext cx="7570838" cy="1569660"/>
          </a:xfrm>
          <a:prstGeom prst="rect">
            <a:avLst/>
          </a:prstGeom>
          <a:noFill/>
          <a:effectLst>
            <a:glow rad="101600">
              <a:schemeClr val="accent3">
                <a:satMod val="175000"/>
                <a:alpha val="40000"/>
              </a:schemeClr>
            </a:glow>
            <a:outerShdw blurRad="76200" dist="12700" dir="2700000" sy="-23000" kx="-800400" algn="bl" rotWithShape="0">
              <a:prstClr val="black">
                <a:alpha val="20000"/>
              </a:prstClr>
            </a:outerShdw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w="114300" prst="artDeco"/>
          </a:sp3d>
        </p:spPr>
        <p:txBody>
          <a:bodyPr wrap="square" rtlCol="0">
            <a:spAutoFit/>
          </a:bodyPr>
          <a:lstStyle/>
          <a:p>
            <a:r>
              <a:rPr lang="en-US" sz="9600" b="1" spc="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THANK</a:t>
            </a:r>
            <a:r>
              <a:rPr lang="en-US" sz="9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 YOU</a:t>
            </a:r>
            <a:endParaRPr lang="en-IN" sz="9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488513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smaple</Template>
  <TotalTime>6145</TotalTime>
  <Words>389</Words>
  <Application>Microsoft Office PowerPoint</Application>
  <PresentationFormat>Widescreen</PresentationFormat>
  <Paragraphs>69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Algerian</vt:lpstr>
      <vt:lpstr>Arial</vt:lpstr>
      <vt:lpstr>Calibri</vt:lpstr>
      <vt:lpstr>Calibri Light</vt:lpstr>
      <vt:lpstr>Casper</vt:lpstr>
      <vt:lpstr>Times New Roman</vt:lpstr>
      <vt:lpstr>1_Office Theme</vt:lpstr>
      <vt:lpstr>2_Office Theme</vt:lpstr>
      <vt:lpstr>Contents Slide Master</vt:lpstr>
      <vt:lpstr>PowerPoint Presentation</vt:lpstr>
      <vt:lpstr>Introduction to Project</vt:lpstr>
      <vt:lpstr>Problem Formulation</vt:lpstr>
      <vt:lpstr>Objectives of the Work</vt:lpstr>
      <vt:lpstr>Methodology: Four-Tier Stack</vt:lpstr>
      <vt:lpstr>Result: Command Dashboard</vt:lpstr>
      <vt:lpstr>Result: Steganography Lab</vt:lpstr>
      <vt:lpstr>Result: Forensic Cracker</vt:lpstr>
      <vt:lpstr>Result: Web Reconnaissance</vt:lpstr>
      <vt:lpstr>Result: Audit Trail History</vt:lpstr>
      <vt:lpstr>Conclusion</vt:lpstr>
      <vt:lpstr>Future Scope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Branding</dc:creator>
  <cp:lastModifiedBy>Pankaj Saini</cp:lastModifiedBy>
  <cp:revision>502</cp:revision>
  <dcterms:created xsi:type="dcterms:W3CDTF">2019-01-09T10:33:58Z</dcterms:created>
  <dcterms:modified xsi:type="dcterms:W3CDTF">2026-04-24T15:37:12Z</dcterms:modified>
</cp:coreProperties>
</file>